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on this slide for the first sentence of the closing voice-over.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on this slide for the second sentence of the closing voice-over.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slide. Hold for two seconds of silence after "Thank you" before cutting.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CUSTOMER GETS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customer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291840" cy="2971800"/>
          </a:xfrm>
          <a:prstGeom prst="roundRect">
            <a:avLst>
              <a:gd name="adj" fmla="val 3077"/>
            </a:avLst>
          </a:prstGeom>
          <a:solidFill>
            <a:srgbClr val="F2F5F3"/>
          </a:solidFill>
          <a:ln w="9525">
            <a:solidFill>
              <a:srgbClr val="DDE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3500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they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trust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32918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engine is willing to recommend nothing at all when nothing is the right answer.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291840" cy="2971800"/>
          </a:xfrm>
          <a:prstGeom prst="roundRect">
            <a:avLst>
              <a:gd name="adj" fmla="val 3077"/>
            </a:avLst>
          </a:prstGeom>
          <a:solidFill>
            <a:srgbClr val="F2F5F3"/>
          </a:solidFill>
          <a:ln w="9525">
            <a:solidFill>
              <a:srgbClr val="DDE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3500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they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understand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754880" y="32918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explained in plain language — in English, Hindi or Punjabi.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183880" y="1965960"/>
            <a:ext cx="3291840" cy="2971800"/>
          </a:xfrm>
          <a:prstGeom prst="roundRect">
            <a:avLst>
              <a:gd name="adj" fmla="val 3077"/>
            </a:avLst>
          </a:prstGeom>
          <a:solidFill>
            <a:srgbClr val="F2F5F3"/>
          </a:solidFill>
          <a:ln w="9525">
            <a:solidFill>
              <a:srgbClr val="DDE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0" y="23500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to say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wasn't me"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503920" y="32918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 transaction is stopped and reported the moment the customer says it was not them.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BANK GETS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5D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bank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3291840" cy="2971800"/>
          </a:xfrm>
          <a:prstGeom prst="roundRect">
            <a:avLst>
              <a:gd name="adj" fmla="val 3077"/>
            </a:avLst>
          </a:prstGeom>
          <a:solidFill>
            <a:srgbClr val="F2F5F3"/>
          </a:solidFill>
          <a:ln w="9525">
            <a:solidFill>
              <a:srgbClr val="DDE5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3500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stopped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money moves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32918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in-line on every investment — not reconciled after the funds have gone.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434840" y="1965960"/>
            <a:ext cx="3291840" cy="2971800"/>
          </a:xfrm>
          <a:prstGeom prst="roundRect">
            <a:avLst>
              <a:gd name="adj" fmla="val 3077"/>
            </a:avLst>
          </a:prstGeom>
          <a:solidFill>
            <a:srgbClr val="F2F5F3"/>
          </a:solidFill>
          <a:ln w="9525">
            <a:solidFill>
              <a:srgbClr val="DDE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23500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that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survives an insider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754880" y="32918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signed copies. Rewriting three of them still fails, because signatures beat head-count.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183880" y="1965960"/>
            <a:ext cx="3291840" cy="2971800"/>
          </a:xfrm>
          <a:prstGeom prst="roundRect">
            <a:avLst>
              <a:gd name="adj" fmla="val 3077"/>
            </a:avLst>
          </a:prstGeom>
          <a:solidFill>
            <a:srgbClr val="F2F5F3"/>
          </a:solidFill>
          <a:ln w="9525">
            <a:solidFill>
              <a:srgbClr val="DDE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0" y="23500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can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0B5D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defended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8503920" y="329184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threshold published, every signal recorded — explainable to a regulator field by field.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9164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SecureWealth Twin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68680" y="2606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First, Security Always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22960" y="36118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0E4530"/>
          </a:solidFill>
          <a:ln w="9525">
            <a:solidFill>
              <a:srgbClr val="1C6B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6118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[TEAM NAME]   ·   Swayam  ·  Mahak  ·  Archit  ·  Ayush  ·  Vishwas  ·  Aayat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9D6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SecureWealth Twin — Video Closing Slides</dc:title>
  <dc:subject>PptxGenJS Presentation</dc:subject>
  <dc:creator>PptxGenJS</dc:creator>
  <cp:lastModifiedBy>PptxGenJS</cp:lastModifiedBy>
  <cp:revision>1</cp:revision>
  <dcterms:created xsi:type="dcterms:W3CDTF">2026-08-06T07:42:24Z</dcterms:created>
  <dcterms:modified xsi:type="dcterms:W3CDTF">2026-08-06T07:42:24Z</dcterms:modified>
</cp:coreProperties>
</file>